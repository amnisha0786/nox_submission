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980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Cost-Aware Nesting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Rectangular Metal Stock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Nox Metals Windsor - SWE Design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3347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Core framing: optimize total business cost, not just today’s visible material waste.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43800" y="713232"/>
            <a:ext cx="4023360" cy="5303520"/>
          </a:xfrm>
          <a:prstGeom prst="roundRect">
            <a:avLst>
              <a:gd name="adj" fmla="val 31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</a:rPr>
              <a:t>Standout thesis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0100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</a:rPr>
              <a:t>“A drop is not scrap; it is an uncertain inventory asset.”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01000" y="3822192"/>
            <a:ext cx="3154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Use order history to decide which leftovers to consume, preserve, or price as near-scrap.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83880" y="5001768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5093208"/>
            <a:ext cx="2569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</a:rPr>
              <a:t>Design doc + tiny prototype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Prepared by Amnisha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framing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Daily decision: pick stock, placement, and orientation for current rectangular orders.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Inputs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926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4767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jobs.json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258568"/>
            <a:ext cx="257860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Current customer parts: alloy, thickness, dimensions, quantity, and due dates.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2926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017520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8211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inventory.json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3493008"/>
            <a:ext cx="257860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Fresh plates are buyable SKUs; drops are finite one-of-a-kind remnants.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2926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4251960"/>
            <a:ext cx="73152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41655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order_history.json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4727448"/>
            <a:ext cx="257860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One year of prior demand used to estimate which drops future orders can reuse.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06908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Dataset snapshot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1874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</a:rPr>
              <a:t>10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69080" y="2368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current jobs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1874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</a:rPr>
              <a:t>86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06440" y="2368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pieces to cut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1874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36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543800" y="2368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inventory items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81160" y="1874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1C1C"/>
                </a:solidFill>
              </a:rPr>
              <a:t>220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281160" y="2368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historical lines</a:t>
            </a:r>
            <a:endParaRPr lang="en-US" sz="1050" dirty="0"/>
          </a:p>
        </p:txBody>
      </p:sp>
      <p:pic>
        <p:nvPicPr>
          <p:cNvPr id="27" name="Image 0" descr="/mnt/data/demand_by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2926080"/>
            <a:ext cx="7269480" cy="33375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069080" y="636422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Why this matters: each group is a separate problem because alloy and thickness must match.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What “good” means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nesting plan should minimize expected business cost across today and tomorrow.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Layout score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8356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57984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fresh material + setup/labor + cutting time + scrap penalty − expected reusable drop value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33756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337560"/>
            <a:ext cx="73152" cy="1298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50215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Material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3813048"/>
            <a:ext cx="21671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Plates are priced by weight. A part cut from a drop avoids fresh material purchase.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429000" y="333756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337560"/>
            <a:ext cx="73152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350215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Machine/labor 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0168" y="3813048"/>
            <a:ext cx="21671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Setup dominates small jobs; cutting time grows with cut length, thickness, and material hardness.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337560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50215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Manufacturability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3813048"/>
            <a:ext cx="21671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First version assumes rectangles, 90° rotation, kerf, and guillotine-friendly cuts.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915400" y="333756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3337560"/>
            <a:ext cx="73152" cy="1298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16568" y="350215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Future option 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3813048"/>
            <a:ext cx="216712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Keep leftovers only when order history suggests future reuse above a confidence threshold.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1005840" y="5349240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</a:rPr>
              <a:t>Key tradeoff: accept slightly more visible scrap today if it creates a reusable future drop; avoid preserving awkward leftovers that history says nobody uses.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Drop valuation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Use history to price a leftover as an uncertain inventory asset.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647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Candidate drop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7647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Historical fit 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7647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Reuse probability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7647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Expected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13969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same alloy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+ thickness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21122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count prior pieces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that fit with rotation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1122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saturating function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+ confidence discount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02752" y="21122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material value ×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reuse probability × confidence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2093976"/>
            <a:ext cx="43891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2093976"/>
            <a:ext cx="43891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2093976"/>
            <a:ext cx="43891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724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Thin-history fallback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D4ED8"/>
                </a:solidFill>
              </a:rPr>
              <a:t>•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14300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Lower confidence when matching history is sparse.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68680" y="4636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D4ED8"/>
                </a:solidFill>
              </a:rPr>
              <a:t>•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143000" y="4636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Broaden similarity only cautiously: same alloy/thickness first, then nearby dimensions.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68680" y="5111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D4ED8"/>
                </a:solidFill>
              </a:rPr>
              <a:t>•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143000" y="5111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Use conservative value and require human review for high-cost decisions.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537960" y="3822192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096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Practical interpretation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4507992"/>
            <a:ext cx="3611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</a:rPr>
              <a:t>Use awkward, low-option-value drops first. Preserve flexible, high-option-value drops for future larger orders.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Proposed first-version algorithm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realistic heuristic that a small team could ship quickly.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Group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075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</a:rPr>
              <a:t>Split demand by alloy + thickness.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971800" y="1572768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1737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Prioritize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0" y="2075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</a:rPr>
              <a:t>Sort parts largest-first and by due-date risk.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212080" y="1572768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737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1500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Place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40680" y="2075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</a:rPr>
              <a:t>Try matching drops before fresh plate, but score opportunity cost.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452360" y="1572768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1737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5528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Score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80960" y="2075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</a:rPr>
              <a:t>Include fresh material, setup/cutting, scrap, and future drop value.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692640" y="1572768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1737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9556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Review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21240" y="2075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4748B"/>
                </a:solidFill>
              </a:rPr>
              <a:t>Return human-readable layout and a reason for each stock choice.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14400" y="37490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49040"/>
            <a:ext cx="73152" cy="1234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3913632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Where it scales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224528"/>
            <a:ext cx="285292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Fast enough for daily batches because it avoids global exact optimization. Run multiple heuristic variants and pick the best score.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4480560" y="37490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749040"/>
            <a:ext cx="73152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913632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Where it breaks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81728" y="4224528"/>
            <a:ext cx="285292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May miss globally optimal nests and may oversimplify cut sequencing, kerf interactions, grain direction, and machine-specific rules.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8046720" y="37490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374904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3913632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Why it is still useful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47888" y="4224528"/>
            <a:ext cx="285292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Operators get a decision-support tool: transparent recommendations, not a black-box “perfect” packer.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914400" y="56418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Deliberate scope control: rectangle-only, 90° rotation, minimum keepable drop threshold, guillotine-friendly placements.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Prototype result: not all drops are equal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prototype ranks existing drops by expected future reuse value from order history.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/mnt/data/top_dr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658368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Preserve when possible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18120" y="1993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Large 6061-T6 0.5in drops show the highest option value.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18120" y="2560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244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They can fit many historical order shapes, so consuming them for tiny parts may be expensive.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18120" y="3127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9244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Low-value drops with weak history are better candidates for current small parts.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26680" y="4828032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5074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Prototype goal: demonstrate the valuation idea, not build a production nesting engine.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Example decision: one 6061-T6 0.5in 10×10 part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algorithm prefers low-opportunity-cost drops, not simply the largest fitting drop.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/mnt/data/example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53" y="1536192"/>
            <a:ext cx="6858000" cy="3822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09560" y="1600200"/>
            <a:ext cx="73152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10728" y="176479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Naive rule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10728" y="2075688"/>
            <a:ext cx="303580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“Use the first or biggest matching drop.” This can destroy a high-value remnant for a small part.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909560" y="29718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09560" y="297180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10728" y="313639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Cost-aware rule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10728" y="3447288"/>
            <a:ext cx="3035808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Prefer the 11×11 or 10×15 style drop when it fits; preserve 24×39 or 29×45 drops because history says they are flexible.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7909560" y="4645152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9560" y="4645152"/>
            <a:ext cx="73152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0728" y="480974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Business meaning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10728" y="5120640"/>
            <a:ext cx="303580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The part still gets cut, but the shop keeps better future options and reduces expected long-run material spend.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Evaluation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Prove the system is better than simple rules using cost, waste, and future option value.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Baselines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9339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Fresh plate 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304288"/>
            <a:ext cx="216712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No drops used. Easy but expensive.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63240"/>
            <a:ext cx="73152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22783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Drop 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3538728"/>
            <a:ext cx="216712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Always consume a fitting drop. Saves material today but may burn valuable inventory.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77240" y="42976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97680"/>
            <a:ext cx="73152" cy="10241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46227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Area waste 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4773168"/>
            <a:ext cx="216712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Minimize visible scrap without valuing future usefulness.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397764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Success metrics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1874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3434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Fresh material dollars purchased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69080" y="23865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43400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Machine setup count and estimated cut time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69080" y="2898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43400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Scrap area and scrap dollar value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069080" y="3410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4340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Useful drop value created or destroyed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69080" y="3922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43400" y="3922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Percent of demand fulfilled from existing drops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069080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4ED8"/>
                </a:solidFill>
              </a:rPr>
              <a:t>•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4340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Planner override rate and operator feedback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458200" y="1828800"/>
            <a:ext cx="2743200" cy="3493008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2148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Validation loop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78240" y="2743200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</a:rPr>
              <a:t>Run the heuristic on historical batches, compare to baselines, and simulate how remaining drops perform against future orders.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4ED8"/>
                </a:solidFill>
              </a:rPr>
              <a:t>Expected outcome: lower total cost even when immediate waste is not always minimal.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616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lang="en-IN" sz="2400" b="1" dirty="0">
                <a:solidFill>
                  <a:srgbClr val="14213D"/>
                </a:solidFill>
                <a:latin typeface="Aptos"/>
              </a:rPr>
              <a:t>8</a:t>
            </a:r>
            <a:r>
              <a:rPr sz="2400" b="1" dirty="0">
                <a:solidFill>
                  <a:srgbClr val="14213D"/>
                </a:solidFill>
                <a:latin typeface="Aptos"/>
              </a:rPr>
              <a:t>. Ambitious version: full production planning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7899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250" b="0">
                <a:solidFill>
                  <a:srgbClr val="46505F"/>
                </a:solidFill>
                <a:latin typeface="Aptos"/>
              </a:rPr>
              <a:t>With more time and budget, I would evolve the first-version heuristic into an operator-in-the-loop optimization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508760"/>
          </a:xfrm>
          <a:prstGeom prst="rect">
            <a:avLst/>
          </a:prstGeom>
          <a:solidFill>
            <a:srgbClr val="2684FF"/>
          </a:solidFill>
          <a:ln>
            <a:solidFill>
              <a:srgbClr val="2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514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Optimization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73352"/>
            <a:ext cx="2423160" cy="10058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Generate many candidate nests, not one greedy pass.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Use CP-SAT/MIP for hard constraints and local search for packing quality.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Optimize across multiple jobs to share plate setup intelligently.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344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234440"/>
            <a:ext cx="64008" cy="1508760"/>
          </a:xfrm>
          <a:prstGeom prst="rect">
            <a:avLst/>
          </a:prstGeom>
          <a:solidFill>
            <a:srgbClr val="6152CC"/>
          </a:solidFill>
          <a:ln>
            <a:solidFill>
              <a:srgbClr val="61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325880"/>
            <a:ext cx="2514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Real machine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673352"/>
            <a:ext cx="2423160" cy="10058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Exact kerf accumulation and cut sequencing.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Guillotine vs. non-guillotine feasibility.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Speed factors for thickness, alloy hardness, machine availability, and operator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2344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1234440"/>
            <a:ext cx="64008" cy="15087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325880"/>
            <a:ext cx="2514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Demand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1673352"/>
            <a:ext cx="2423160" cy="10058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Estimate drop reuse from history, seasonality, and customer/order patterns.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Attach confidence intervals to each drop value.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Learn when a technically reusable drop is actually too awkward to keep.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23444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1234440"/>
            <a:ext cx="64008" cy="150876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1325880"/>
            <a:ext cx="2103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Shop-floor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1673352"/>
            <a:ext cx="2011679" cy="10058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Visual layout preview with editable placements.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Explain “why this stock” in dollars.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Capture planner overrides as training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6324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063240"/>
            <a:ext cx="64008" cy="141732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2514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Inventory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502152"/>
            <a:ext cx="24231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Sync fresh plate SKUs, bin locations, and one-of-a-kind drops.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Track leftover lineage after each cut.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Update expected drop value as inventory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06324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566160" y="3063240"/>
            <a:ext cx="64008" cy="141732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3320" y="3154680"/>
            <a:ext cx="2514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Simulation &amp;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3502152"/>
            <a:ext cx="24231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Replay historical batches and compare to baselines.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Simulate how today’s leftovers perform against future orders.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rPr dirty="0"/>
              <a:t>Measure material dollars, setup time, scrap, and planner acceptance.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06324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37960" y="3063240"/>
            <a:ext cx="64008" cy="1417320"/>
          </a:xfrm>
          <a:prstGeom prst="rect">
            <a:avLst/>
          </a:prstGeom>
          <a:solidFill>
            <a:srgbClr val="FFC400"/>
          </a:solidFill>
          <a:ln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3154680"/>
            <a:ext cx="2514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Risk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3502152"/>
            <a:ext cx="24231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Flag low-confidence recommendations for human review.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Keep a conservative mode for rush or high-dollar jobs.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Never auto-consume high-value drops without explanation.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306324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09760" y="3063240"/>
            <a:ext cx="64008" cy="1417320"/>
          </a:xfrm>
          <a:prstGeom prst="rect">
            <a:avLst/>
          </a:prstGeom>
          <a:solidFill>
            <a:srgbClr val="78909C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46920" y="3154680"/>
            <a:ext cx="2103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Aptos"/>
              </a:rPr>
              <a:t>Why not first?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3502152"/>
            <a:ext cx="2011679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Requires clean operational data and trust from planners.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Hard to validate before a simple decision-support version is in daily use.</a:t>
            </a:r>
          </a:p>
          <a:p>
            <a:pPr>
              <a:spcAft>
                <a:spcPts val="200"/>
              </a:spcAft>
              <a:defRPr sz="1019">
                <a:solidFill>
                  <a:srgbClr val="3B485C"/>
                </a:solidFill>
                <a:latin typeface="Aptos"/>
              </a:defRPr>
            </a:pPr>
            <a:r>
              <a:t>Optimization depth should follow real shop feedback.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46320"/>
            <a:ext cx="11247120" cy="685800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95604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Ambitious goal: move from “find a feasible layout” to “recommend the lowest-risk, lowest-cost production decision with explainable dollar tradeoffs.”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First version vs. ambitious version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credible path from useful prototype to production planning system.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47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</a:rPr>
              <a:t>First version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514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Cost-aware greedy heuristic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953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Rectangle-only, rotation allowed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Guillotine-friendly placements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831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Simple historical drop 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Human-readable recommendations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709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709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Small prototype + sample 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150876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847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Ambitious version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2514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2D nesting optimizer or CP-SAT/MIP hybrid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953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Exact kerf and cut sequencing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Machine-specific constraints and throughput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831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Demand forecasting and confidence intervals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4270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Operator UI with editable layouts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709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4709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Inventory/ERP integration and feedback loop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61539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The gap is intentional: ship a transparent decision-support tool first, then improve optimization depth as real shop data and operator feedback accumulate.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Closing: why this submission is different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It focuses on the highest-judgment part of the brief: valuing uncertain leftovers.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10241280" cy="28803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48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Most nesting tools answer: “Can the part fit?”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2057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This design also asks: “What future option are we giving up?”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40680" y="2514600"/>
            <a:ext cx="7315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5193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5074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516636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Slides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50749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516636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</a:rPr>
              <a:t>Prototype.py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5074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516636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README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63840" y="5074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516636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Sample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97280" y="59893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64748B"/>
                </a:solidFill>
              </a:rPr>
              <a:t>Designed for a few-hours take-home: clear judgment, data-backed reasoning, and a tiny prototype that demonstrates the tradeoff.</a:t>
            </a:r>
            <a:endParaRPr lang="en-US" sz="12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1414</Words>
  <Application>Microsoft Office PowerPoint</Application>
  <PresentationFormat>Widescreen</PresentationFormat>
  <Paragraphs>215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Nox Metals Design Challenge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Cost-Aware Nesting for Rectangular Metal Stock</dc:title>
  <dc:subject>Cost-aware nesting design proposal</dc:subject>
  <dc:creator>Amnisha</dc:creator>
  <cp:lastModifiedBy>amnisha 786</cp:lastModifiedBy>
  <cp:revision>2</cp:revision>
  <dcterms:created xsi:type="dcterms:W3CDTF">2026-06-09T18:27:00Z</dcterms:created>
  <dcterms:modified xsi:type="dcterms:W3CDTF">2026-06-10T01:34:48Z</dcterms:modified>
</cp:coreProperties>
</file>